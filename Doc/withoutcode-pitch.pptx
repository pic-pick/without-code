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98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&lt;/​&gt;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877824" cy="0"/>
          </a:xfrm>
          <a:prstGeom prst="line">
            <a:avLst/>
          </a:prstGeom>
          <a:noFill/>
          <a:ln w="4445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코드없이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75488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8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3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비개발자도 AI로 만든다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 |  Pitch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아이디어는 있는데,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만들 수가 없다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01168" y="2148840"/>
            <a:ext cx="2651760" cy="246888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01168" y="2148840"/>
            <a:ext cx="2651760" cy="54864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코드를 몰라요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개발자가 아니면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진입장벽이 너무 높다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2148840"/>
            <a:ext cx="2651760" cy="246888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46120" y="2148840"/>
            <a:ext cx="2651760" cy="54864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해결해요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막히면 물어볼 곳도,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참고할 사례도 없다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0216" y="2148840"/>
            <a:ext cx="2651760" cy="246888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300216" y="2148840"/>
            <a:ext cx="2651760" cy="54864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83096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공유할 곳 없어요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3096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걸 보여주고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소통할 커뮤니티가 없다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" y="47548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활성 사용자의 63%가 비개발자 (2025 기준)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비개발자를 위한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커뮤니티 SNS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8229600" cy="658368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코드없이 = AI로 </a:t>
            </a:r>
            <a:r>
              <a:rPr lang="en-US" sz="1600" b="1" dirty="0" err="1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</a:t>
            </a:r>
            <a:r>
              <a:rPr lang="en-US" sz="16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것을</a:t>
            </a:r>
            <a:r>
              <a:rPr lang="en-US" sz="16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공유하고</a:t>
            </a:r>
            <a:r>
              <a:rPr lang="en-US" sz="16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소통하는</a:t>
            </a:r>
            <a:r>
              <a:rPr lang="ko-KR" altLang="en-US" sz="16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국내</a:t>
            </a:r>
            <a:r>
              <a:rPr lang="en-US" sz="16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첫 번째 플랫폼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54864" cy="54864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쇼케이스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링크 + 사용 툴 태그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3063240"/>
            <a:ext cx="54864" cy="54864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83480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피드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3337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팁·과정 일상 공유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67912"/>
            <a:ext cx="54864" cy="54864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867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게시판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142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막힌 곳 물어보기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867912"/>
            <a:ext cx="54864" cy="54864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983480" y="3867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일지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4142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만들어가는 과정 연재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규모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빠르게 커지는 시장, 아직 비어있는 한국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65176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54억 명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SNS 이용자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인구 65%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645920"/>
            <a:ext cx="2651760" cy="265176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493008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93008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비개발자 바이브 코더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3008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중반 기준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645920"/>
            <a:ext cx="2651760" cy="2651760"/>
          </a:xfrm>
          <a:prstGeom prst="rect">
            <a:avLst/>
          </a:prstGeom>
          <a:solidFill>
            <a:srgbClr val="1C1C1A"/>
          </a:solidFill>
          <a:ln w="63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91656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0개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91656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</a:t>
            </a:r>
            <a:r>
              <a:rPr lang="en-US" sz="1400" b="1" dirty="0" err="1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91656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경쟁 서비스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44805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소셜 미디어 시장  CAGR 25.92%  →  2035년 675억 달러 규모 (Business Research Insights)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분석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이 포지션은 비어있다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645920" cy="38404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572768"/>
            <a:ext cx="1645920" cy="38404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92024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Reddit/Discord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572768"/>
            <a:ext cx="1645920" cy="38404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6616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572768"/>
            <a:ext cx="1645920" cy="38404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21208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572768"/>
            <a:ext cx="1645920" cy="384048"/>
          </a:xfrm>
          <a:prstGeom prst="rect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코드없이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56816"/>
            <a:ext cx="146304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19568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지원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20240" y="19568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920240" y="19568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19568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566160" y="19568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19568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212080" y="19568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1956816"/>
            <a:ext cx="1645920" cy="457200"/>
          </a:xfrm>
          <a:prstGeom prst="rect">
            <a:avLst/>
          </a:prstGeom>
          <a:solidFill>
            <a:srgbClr val="F0ED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8000" y="19568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414016"/>
            <a:ext cx="1645920" cy="457200"/>
          </a:xfrm>
          <a:prstGeom prst="rect">
            <a:avLst/>
          </a:prstGeom>
          <a:solidFill>
            <a:srgbClr val="F7F7F5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7200" y="24140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비개발자 특화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20240" y="2414016"/>
            <a:ext cx="1645920" cy="457200"/>
          </a:xfrm>
          <a:prstGeom prst="rect">
            <a:avLst/>
          </a:prstGeom>
          <a:solidFill>
            <a:srgbClr val="F7F7F5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920240" y="24140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2414016"/>
            <a:ext cx="1645920" cy="457200"/>
          </a:xfrm>
          <a:prstGeom prst="rect">
            <a:avLst/>
          </a:prstGeom>
          <a:solidFill>
            <a:srgbClr val="F7F7F5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566160" y="24140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12080" y="2414016"/>
            <a:ext cx="1645920" cy="457200"/>
          </a:xfrm>
          <a:prstGeom prst="rect">
            <a:avLst/>
          </a:prstGeom>
          <a:solidFill>
            <a:srgbClr val="F7F7F5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212080" y="24140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2414016"/>
            <a:ext cx="1645920" cy="457200"/>
          </a:xfrm>
          <a:prstGeom prst="rect">
            <a:avLst/>
          </a:prstGeom>
          <a:solidFill>
            <a:srgbClr val="F0ED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58000" y="24140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28712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28712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쇼케이스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920240" y="28712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920240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566160" y="28712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566160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12080" y="28712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212080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58000" y="2871216"/>
            <a:ext cx="1645920" cy="457200"/>
          </a:xfrm>
          <a:prstGeom prst="rect">
            <a:avLst/>
          </a:prstGeom>
          <a:solidFill>
            <a:srgbClr val="F0ED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858000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3328416"/>
            <a:ext cx="1463040" cy="457200"/>
          </a:xfrm>
          <a:prstGeom prst="rect">
            <a:avLst/>
          </a:prstGeom>
          <a:solidFill>
            <a:srgbClr val="F7F7F5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57200" y="33284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 · 피드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920240" y="3328416"/>
            <a:ext cx="1645920" cy="457200"/>
          </a:xfrm>
          <a:prstGeom prst="rect">
            <a:avLst/>
          </a:prstGeom>
          <a:solidFill>
            <a:srgbClr val="F7F7F5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920240" y="3328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566160" y="3328416"/>
            <a:ext cx="1645920" cy="457200"/>
          </a:xfrm>
          <a:prstGeom prst="rect">
            <a:avLst/>
          </a:prstGeom>
          <a:solidFill>
            <a:srgbClr val="F7F7F5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3566160" y="3328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12080" y="3328416"/>
            <a:ext cx="1645920" cy="457200"/>
          </a:xfrm>
          <a:prstGeom prst="rect">
            <a:avLst/>
          </a:prstGeom>
          <a:solidFill>
            <a:srgbClr val="F7F7F5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212080" y="3328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58000" y="3328416"/>
            <a:ext cx="1645920" cy="457200"/>
          </a:xfrm>
          <a:prstGeom prst="rect">
            <a:avLst/>
          </a:prstGeom>
          <a:solidFill>
            <a:srgbClr val="F0ED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858000" y="3328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57200" y="3785616"/>
            <a:ext cx="146304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57200" y="37856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바이브코딩 전문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920240" y="37856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920240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566160" y="37856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3566160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212080" y="3785616"/>
            <a:ext cx="1645920" cy="4572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212080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858000" y="3785616"/>
            <a:ext cx="1645920" cy="457200"/>
          </a:xfrm>
          <a:prstGeom prst="rect">
            <a:avLst/>
          </a:prstGeom>
          <a:solidFill>
            <a:srgbClr val="F0ED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858000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6~8주 안에 MVP 출시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560320" cy="3246120"/>
          </a:xfrm>
          <a:prstGeom prst="rect">
            <a:avLst/>
          </a:prstGeom>
          <a:solidFill>
            <a:srgbClr val="2A2A28"/>
          </a:solidFill>
          <a:ln w="1905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560320" cy="54864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구축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45720" cy="256032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로그인 (카카오/구글)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45720" cy="256032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0906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업로드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611880"/>
            <a:ext cx="45720" cy="256032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5935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피드 (최신/인기순)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114800"/>
            <a:ext cx="45720" cy="256032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096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상세 페이지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1572768"/>
            <a:ext cx="2560320" cy="3246120"/>
          </a:xfrm>
          <a:prstGeom prst="rect">
            <a:avLst/>
          </a:prstGeom>
          <a:solidFill>
            <a:srgbClr val="222220"/>
          </a:solidFill>
          <a:ln w="6350">
            <a:solidFill>
              <a:srgbClr val="33333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429000" y="1572768"/>
            <a:ext cx="2560320" cy="54864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56616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691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3~4주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기능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66160" y="2606040"/>
            <a:ext cx="45720" cy="256032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03320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좋아요 · 댓글 · 북마크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108960"/>
            <a:ext cx="45720" cy="256032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703320" y="30906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프로필 · 팔로우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66160" y="3611880"/>
            <a:ext cx="45720" cy="256032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703320" y="35935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툴 태그 필터 · 검색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66160" y="4114800"/>
            <a:ext cx="45720" cy="256032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703320" y="4096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시스템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1572768"/>
            <a:ext cx="2560320" cy="3246120"/>
          </a:xfrm>
          <a:prstGeom prst="rect">
            <a:avLst/>
          </a:prstGeom>
          <a:solidFill>
            <a:srgbClr val="222220"/>
          </a:solidFill>
          <a:ln w="6350">
            <a:solidFill>
              <a:srgbClr val="33333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400800" y="1572768"/>
            <a:ext cx="2560320" cy="54864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3796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1691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5~8주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기능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37960" y="2606040"/>
            <a:ext cx="45720" cy="256032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675120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베스트 뉴스레터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37960" y="3108960"/>
            <a:ext cx="45720" cy="256032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675120" y="30906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 이미지 자동생성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37960" y="3611880"/>
            <a:ext cx="45720" cy="256032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675120" y="35935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공개 기능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37960" y="4114800"/>
            <a:ext cx="45720" cy="256032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675120" y="4096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게시판 오픈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먼저, 수익은 자연스럽게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solidFill>
            <a:srgbClr val="1C1C1A"/>
          </a:solidFill>
          <a:ln w="63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" cy="91440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73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프리미엄 멤버십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709928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3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포트폴리오 강조 노출,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3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통계, 프로필 배지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4864" cy="91440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724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툴사 광고 / 스폰서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2761488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Lovable 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바이브코딩 툴 타겟 광고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54864" cy="91440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0507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수수료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3813048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코더 ↔ 개발자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플랫폼 수수료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18개월은 무료 운영 — 유저 확보 우선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전략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100명을 어떻게 모을 것인가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3977640" cy="1389888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4864" cy="1389888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인플루언서 시딩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유튜버 · 인플루언서 5~10명 직접 섭외.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이들이 첫 콘텐츠를 올리면 팔로워가 유입된다.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572768"/>
            <a:ext cx="3977640" cy="1389888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54864" cy="1389888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8348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892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침투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22311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바이브코딩 디스코드, 오픈카톡방, 커리어리에서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얼리어답터 직접 모집 · 온보딩.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3977640" cy="1389888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54864" cy="1389888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236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마케팅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8039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"비개발자가 AI로 앱 만든 후기" 직접 작성 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블로그 · 브런치 배포로 자연 유입.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145536"/>
            <a:ext cx="3977640" cy="1389888"/>
          </a:xfrm>
          <a:prstGeom prst="rect">
            <a:avLst/>
          </a:prstGeom>
          <a:solidFill>
            <a:srgbClr val="F2F1EE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00600" y="3145536"/>
            <a:ext cx="54864" cy="1389888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83480" y="3236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자체가 마케팅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38039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코딩으로 이 플랫폼을 직접 만드는 과정을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공개 — 타겟 유저에게 가장 공감되는 스토리.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 시작합니다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3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없이도, 아이디어가 있다면 만들 수 있습니다.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3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코드없이는 그 여정을 함께할 커뮤니티입니다.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6350">
            <a:solidFill>
              <a:srgbClr val="444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3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codeobsi.kr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3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hello@codeobsi.kr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2834640"/>
            <a:ext cx="1188720" cy="1188720"/>
          </a:xfrm>
          <a:prstGeom prst="roundRect">
            <a:avLst>
              <a:gd name="adj" fmla="val 12308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06640" y="2834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1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&lt;/​&gt;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472297" y="3426452"/>
            <a:ext cx="1042416" cy="0"/>
          </a:xfrm>
          <a:prstGeom prst="line">
            <a:avLst/>
          </a:prstGeom>
          <a:noFill/>
          <a:ln w="508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483A"/>
          </a:solidFill>
          <a:ln w="12700">
            <a:solidFill>
              <a:srgbClr val="E848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코드없이  ·  codeobsi.kr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460</Words>
  <Application>Microsoft Macintosh PowerPoint</Application>
  <PresentationFormat>화면 슬라이드 쇼(16:9)</PresentationFormat>
  <Paragraphs>146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코드없이 — 피치덱</dc:title>
  <dc:subject>PptxGenJS Presentation</dc:subject>
  <dc:creator>PptxGenJS</dc:creator>
  <cp:lastModifiedBy>오승환</cp:lastModifiedBy>
  <cp:revision>2</cp:revision>
  <dcterms:created xsi:type="dcterms:W3CDTF">2026-03-22T08:29:56Z</dcterms:created>
  <dcterms:modified xsi:type="dcterms:W3CDTF">2026-03-22T08:59:52Z</dcterms:modified>
</cp:coreProperties>
</file>